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4" r:id="rId1"/>
  </p:sldMasterIdLst>
  <p:sldIdLst>
    <p:sldId id="256" r:id="rId2"/>
    <p:sldId id="259" r:id="rId3"/>
    <p:sldId id="260" r:id="rId4"/>
    <p:sldId id="261" r:id="rId5"/>
    <p:sldId id="263" r:id="rId6"/>
    <p:sldId id="265" r:id="rId7"/>
    <p:sldId id="267" r:id="rId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70" d="100"/>
          <a:sy n="70" d="100"/>
        </p:scale>
        <p:origin x="1166" y="2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08T04:33:51.156"/>
    </inkml:context>
    <inkml:brush xml:id="br0">
      <inkml:brushProperty name="width" value="0.05" units="cm"/>
      <inkml:brushProperty name="height" value="0.3" units="cm"/>
      <inkml:brushProperty name="color" value="#66CC00"/>
      <inkml:brushProperty name="ignorePressure" value="1"/>
      <inkml:brushProperty name="inkEffects" value="pencil"/>
    </inkml:brush>
  </inkml:definitions>
  <inkml:trace contextRef="#ctx0" brushRef="#br0">0 1,'0'0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08T04:32:15.512"/>
    </inkml:context>
    <inkml:brush xml:id="br0">
      <inkml:brushProperty name="width" value="0.05" units="cm"/>
      <inkml:brushProperty name="height" value="0.3" units="cm"/>
      <inkml:brushProperty name="color" value="#E71224"/>
      <inkml:brushProperty name="ignorePressure" value="1"/>
      <inkml:brushProperty name="inkEffects" value="pencil"/>
    </inkml:brush>
  </inkml:definitions>
  <inkml:trace contextRef="#ctx0" brushRef="#br0">2694 183,'-10'0,"-9"0,-6 0,-9 0,-9 0,-8 0,0 0,-2 0,-2 0,-1 0,2 0,-4 0,-3 0,4 0,2 0,4 0,1 0,4 0,5 0,-2 0,2 0,3 0,3 0,1 0,8-5,-3-2,-1-4,-7-1,-1 2,1-3,-5 1,-4 3,0 3,2 2,5 2,2-5,3 0,8-4,-3-1,-1 2,-1 3,0 2,0 3,0-4,-4-1,-8 0,-6 3,0 0,-2 3,-2 0,2 0,5 2,5-1,4 0,4 0,2 1,1-1,1 0,0 0,-1 0,1 0,-1 0,0 0,0 0,5 5,1 7,1 6,3 6,0-1,3 5,6 3,-2-3,2-2,3 0,2 1,3 1,2 1,0 5,2 3,-1 0,1 3,-1 1,0-2,1-2,4-2,2-2,-1-2,-1-1,4 0,6-5,-1-2,-1 0,6 2,1 1,1-3,-2-1,0-4,3-5,2 0,2 4,8-2,2-3,0-3,6-4,9-2,13-2,0-1,4-1,7 0,0 1,3-1,9 1,5-1,-3 1,-6 0,-7 0,-6 0,-5 0,3 0,4 0,-5-5,3-2,-2-5,4 0,5-9,-6 0,1-2,-1 3,-9 5,2 0,-1-3,-5 1,-8 0,-1-4,-5-3,-5 3,-3 5,-2 5,-3-1,-1-3,-1 1,0-3,1 2,0 3,-6-1,-1 1,-4-2,-1 1,-3-2,0-4,-1-3,-4-4,-3-2,-3-7,-3-3,0 1,-2 1,1 1,-6 7,-1 3,-10 6,-13 0,-16 5,-10 4,-2 3,5 4,5 2,7 1,4 0,4 1,3 0,0-1,1 1,5-1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8T04:32:21.917"/>
    </inkml:context>
    <inkml:brush xml:id="br0">
      <inkml:brushProperty name="width" value="0.05" units="cm"/>
      <inkml:brushProperty name="height" value="0.3" units="cm"/>
      <inkml:brushProperty name="color" value="#E71224"/>
      <inkml:brushProperty name="ignorePressure" value="1"/>
      <inkml:brushProperty name="inkEffects" value="pencil"/>
    </inkml:brush>
  </inkml:definitions>
  <inkml:trace contextRef="#ctx0" brushRef="#br0">0 0 0,'666'31'0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5-03-08T04:32:25.080"/>
    </inkml:context>
    <inkml:brush xml:id="br0">
      <inkml:brushProperty name="width" value="0.05" units="cm"/>
      <inkml:brushProperty name="height" value="0.3" units="cm"/>
      <inkml:brushProperty name="color" value="#E71224"/>
      <inkml:brushProperty name="ignorePressure" value="1"/>
      <inkml:brushProperty name="inkEffects" value="pencil"/>
    </inkml:brush>
  </inkml:definitions>
  <inkml:trace contextRef="#ctx0" brushRef="#br0">1 0 0,'1058'0'0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08T04:32:36.494"/>
    </inkml:context>
    <inkml:brush xml:id="br0">
      <inkml:brushProperty name="width" value="0.05" units="cm"/>
      <inkml:brushProperty name="height" value="0.3" units="cm"/>
      <inkml:brushProperty name="color" value="#E71224"/>
      <inkml:brushProperty name="ignorePressure" value="1"/>
      <inkml:brushProperty name="inkEffects" value="pencil"/>
    </inkml:brush>
  </inkml:definitions>
  <inkml:trace contextRef="#ctx0" brushRef="#br0">1 64,'5'0,"1"-6,6 0,5-1,6 2,3 1,3 2,1 1,1 0,0 1,6 0,1 1,-1-1,4 0,0 0,-2 1,-2-7,2-1,6 0,5 2,-2 1,-2 2,0 0,-2 2,2 0,-3 0,-2 0,1 1,0-1,1 0,6 0,-2 0,2 0,-3 0,-3 0,1 0,-2 0,-3 0,2 0,0 0,2 0,5 0,-1 0,2 0,-2 0,-4 0,-5 0,-3 0,-2 0,-2 0,-1 0,0 0,-1 0,0 0,1 0,0 0,0 0,5 0,2 0,0 0,4 0,5 0,0 0,-3 0,-3 0,-4 0,-2 0,-3 0,0 0,4 0,1 0,0 0,-1 0,4 0,0 0,-1 0,-2 0,-2 0,-2 0,-1 0,-5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08T04:32:39.375"/>
    </inkml:context>
    <inkml:brush xml:id="br0">
      <inkml:brushProperty name="width" value="0.05" units="cm"/>
      <inkml:brushProperty name="height" value="0.3" units="cm"/>
      <inkml:brushProperty name="color" value="#E71224"/>
      <inkml:brushProperty name="ignorePressure" value="1"/>
      <inkml:brushProperty name="inkEffects" value="pencil"/>
    </inkml:brush>
  </inkml:definitions>
  <inkml:trace contextRef="#ctx0" brushRef="#br0">1669 32,'-5'0,"-8"0,-15 0,-15 0,-15 0,-13 0,1 0,-4 0,1 0,7-5,5-2,3 1,0 1,6 1,1 2,4 0,4 2,0 0,2 0,3 0,-2 1,-6-1,1 0,3 0,3 0,3 0,3 5,1 2,2 5,5 5,3 0,-1 2,4 3,-1-2,-1-5,2 1,0 2,3 4,-1-3,-3 2,2 1,0 3,-4 2,3 2,4 0,5 2,4 4,3 3,2 4,7 1,7-2,7-4,4-1,-1-3,6-2,8 0,7-1,3-1,8 1,5 0,2-5,-3-7,-3-1,-4-4,-2-4,1-3,-2-3,5-2,-1-1,0-1,2 0,-3 1,-1-1,2 1,-3-1,0 1,-3 0,-5-5,1-2,-2-4,3-1,-1-4,-3 2,-3 2,-3 4,4-2,-1-5,5 1,0-3,3 2,-6-2,1 2,-2 4,-7-2,-4 2,5-3,-4-4,-2-5,6 3,2 4,-5 0,-2 2,-5-1,-2 2,1 3,2 3,-2-2,-6-5,0 0,3 2,-2-2,2 2,3-3,3 2,-3-2,0-4,-3-4,-5-3,-4-2,-4-2,-3-1,-2 0,-1 1,0-1,-5 5,-6 2,-7 5,0 1,-2-2,-2 3,2-2,-5 4,-4 3,-1 4,-6 4,-7 2,-1-3,1-2,4 1,3 2,3 1,2 1,2 1,0 1,-5 0,-1 0,-1 1,2-1,2 0,0 0,2 0,0 0,1 0,0 0,0 0,0 0,5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08T04:32:50.276"/>
    </inkml:context>
    <inkml:brush xml:id="br0">
      <inkml:brushProperty name="width" value="0.05" units="cm"/>
      <inkml:brushProperty name="height" value="0.3" units="cm"/>
      <inkml:brushProperty name="color" value="#66CC00"/>
      <inkml:brushProperty name="ignorePressure" value="1"/>
      <inkml:brushProperty name="inkEffects" value="pencil"/>
    </inkml:brush>
  </inkml:definitions>
  <inkml:trace contextRef="#ctx0" brushRef="#br0">1786 305,'-5'0,"-7"5,-7 2,-5-1,-3-1,2 4,-4 0,-8 4,-3 5,-5-2,-9 4,-7-3,2-4,6 0,2-1,4-3,0-3,3-2,4-3,-2 5,-4 0,-4 0,0-1,5-2,-1-1,3-1,2-1,4 0,3 0,3 0,0 0,1-1,1 1,-1 0,0 0,1 0,-1 0,-5 0,-2 0,0 0,1 0,2 0,2 0,5 5,3 2,0-1,5 5,-1-1,5 4,3 10,5 5,-2 4,0 1,3 0,1-1,2-1,2 0,0 4,1 7,0 0,6 4,6-6,7 0,-1 3,8 0,0-3,4-3,9 2,-3 0,8-8,1 2,-1 0,2-1,3-6,4 3,3 2,2-6,-3-6,4-7,2 0,-3-3,-3-3,1-2,-4-3,4-1,-2-1,0 0,6-1,-2 1,0-1,-1 1,-3-5,-2-7,1-2,-3-2,5-5,3-4,-2-3,-7 4,0 1,-9-1,-6-2,-4 4,-2 0,0-1,-1 4,2-1,0 3,0 0,1-3,5-2,-3-4,-2 3,-6 1,-2-2,1 4,-4-1,-1 0,3-3,3-8,2-3,-3-1,-6 1,0 1,-3 1,-5-4,3-1,3 1,-1-4,-2 0,-3 2,-4 3,-2-3,-2-1,-1-3,-6 1,-6-3,-7 0,0 4,-2 3,-8 3,1 3,1 1,-1 6,-1 2,5 0,1 3,0 6,-2 5,-2 4,4-3,1 1,-1 1,-2 2,-2 2,-1 0,-2 1,0 1,0 1,0-1,-1 0,0 0,1 1,-6-1,-1 0,0 0,2 0,1 5,6 7,4 1,5 4,1 4,3 4,0-3,1 1,4 0,3 3,3 1,-2-3,-2-1,2-5</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08T04:32:52.966"/>
    </inkml:context>
    <inkml:brush xml:id="br0">
      <inkml:brushProperty name="width" value="0.05" units="cm"/>
      <inkml:brushProperty name="height" value="0.3" units="cm"/>
      <inkml:brushProperty name="color" value="#66CC00"/>
      <inkml:brushProperty name="ignorePressure" value="1"/>
      <inkml:brushProperty name="inkEffects" value="pencil"/>
    </inkml:brush>
  </inkml:definitions>
  <inkml:trace contextRef="#ctx0" brushRef="#br0">1276 65,'-5'0,"-7"0,-17 0,-13 0,-11 0,-6 0,-8 0,2 0,1 5,2 2,11 5,5 0,-2 3,4-1,-2-2,2 1,4-2,2 4,4-3,2-1,1 1,1-1,1 3,4 5,2 3,0-2,-2-4,-1 0,-2 3,-1 3,0 3,-2 3,6 1,6 1,7 0,5 6,5 2,1-1,2-1,0-2,0-1,6-6,5-3,2-1,3 2,10-4,4 0,8 1,8 2,0-2,3-1,3-3,3 0,8-3,2 1,-4-2,-3-4,0-3,-6-3,-2-2,2-2,-4 0,0-1,-3 1,-4-1,-4 1,-4-1,-1 1,2 0,7 0,6 0,0 0,-8-5,-6-2,2-4,0-1,-2 2,0 2,-2-2,-1 0,0-3,4 1,-3-3,-2 0,-1 4,-1-1,1 0,-6-2,0 1,0 3,-3-2,0 1,1-3,-2-4,0 1,2 3,3 5,-2-3,-1-3,2 1,2-3,2 2,-4-2,0 2,0-1,3-4,-5-3,1 2,1 5,-4 0,-4-3,-5-3,-5-2,-2-4,-3-1,0-1,-1-1,-5 1,-2-1,-4 6,-6-4,-4-2,-5 4,-1-3,-3 3,-5 2,-2-2,-5 6,0 5,2 0,-2 4,0 3,4 3,-3 3,1 2,-3 1,1 0,3 1,2-1,4 1,1-1,-3 1,-1-1,6 5,3 2,-4 4,-2 2,0-3,0-2,2-3,0-2,6-2</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08T04:32:57.733"/>
    </inkml:context>
    <inkml:brush xml:id="br0">
      <inkml:brushProperty name="width" value="0.05" units="cm"/>
      <inkml:brushProperty name="height" value="0.3" units="cm"/>
      <inkml:brushProperty name="color" value="#66CC00"/>
      <inkml:brushProperty name="ignorePressure" value="1"/>
      <inkml:brushProperty name="inkEffects" value="pencil"/>
    </inkml:brush>
  </inkml:definitions>
  <inkml:trace contextRef="#ctx0" brushRef="#br0">0 64,'5'0,"13"0,12 0,7 0,8 0,6 0,4 0,-1-5,0-2,-4 0,-5-3,-1-1,-1 2,-4 2,2 3,-1 2,-2 0,-2 2,-3 0,-1 1,-1-1,-1 1,5-1,2 0,-1 0,-1 0,-1 0,-2 0,0 0,-1 0,-1 0,0 0,0 0,0 0,0 0,0 0,0 0,0 0,0 0,1 0,-1 0,0 0,0 0,1 0,-1 0,0 0,0 0,1 0,-1 0,5 0,2 0,0 6,-1 1,-2 0,-2-2,-1-1,0-2,0 0,-1-2,5 0,1 0,1 0,-2-1,-1 1,-1 0,-2 0,0 0,-1 0,0 0,0 0,0 0,0 0,0 0,0 0,0 0,1 0,-1 0,-5 5,-2 2,1-1,1-1,2-1,1-2,1 0,0-2,1 0,1 0,-6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08T04:33:01.629"/>
    </inkml:context>
    <inkml:brush xml:id="br0">
      <inkml:brushProperty name="width" value="0.05" units="cm"/>
      <inkml:brushProperty name="height" value="0.3" units="cm"/>
      <inkml:brushProperty name="color" value="#66CC00"/>
      <inkml:brushProperty name="ignorePressure" value="1"/>
      <inkml:brushProperty name="inkEffects" value="pencil"/>
    </inkml:brush>
  </inkml:definitions>
  <inkml:trace contextRef="#ctx0" brushRef="#br0">1 0,'5'0,"7"0,6 0,6 0,4 0,1 0,3 0,-1 0,0 0,1 0,-1 0,0 0,-1 0,1 0,-1 0,0 0,0 0,0 0,1 0,-1 0,0 0,0 0,0 0,1 0,-6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5-03-08T04:33:03.988"/>
    </inkml:context>
    <inkml:brush xml:id="br0">
      <inkml:brushProperty name="width" value="0.05" units="cm"/>
      <inkml:brushProperty name="height" value="0.3" units="cm"/>
      <inkml:brushProperty name="color" value="#66CC00"/>
      <inkml:brushProperty name="ignorePressure" value="1"/>
      <inkml:brushProperty name="inkEffects" value="pencil"/>
    </inkml:brush>
  </inkml:definitions>
  <inkml:trace contextRef="#ctx0" brushRef="#br0">0 0,'11'0,"12"0,9 0,9 0,7 0,1 0,3 0,-3 0,-4 0,0 0,3 0,-2 0,-3 0,1 0,-2 0,3 0,3 0,-1 0,-3 0,-4 0,-4 0,-3 0,-1 0,-2 0,-1 0,-4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01D6C5B-8995-4CBE-A6C8-F37ABE6A0A7A}" type="datetimeFigureOut">
              <a:rPr lang="en-US" smtClean="0"/>
              <a:t>3/7/2025</a:t>
            </a:fld>
            <a:endParaRPr lang="en-US"/>
          </a:p>
        </p:txBody>
      </p:sp>
      <p:sp>
        <p:nvSpPr>
          <p:cNvPr id="5" name="Footer Placeholder 4"/>
          <p:cNvSpPr>
            <a:spLocks noGrp="1"/>
          </p:cNvSpPr>
          <p:nvPr>
            <p:ph type="ftr" sz="quarter" idx="11"/>
          </p:nvPr>
        </p:nvSpPr>
        <p:spPr>
          <a:xfrm>
            <a:off x="2416500" y="329307"/>
            <a:ext cx="4973915" cy="309201"/>
          </a:xfrm>
        </p:spPr>
        <p:txBody>
          <a:bodyPr/>
          <a:lstStyle/>
          <a:p>
            <a:endParaRPr lang="en-US"/>
          </a:p>
        </p:txBody>
      </p:sp>
      <p:sp>
        <p:nvSpPr>
          <p:cNvPr id="6" name="Slide Number Placeholder 5"/>
          <p:cNvSpPr>
            <a:spLocks noGrp="1"/>
          </p:cNvSpPr>
          <p:nvPr>
            <p:ph type="sldNum" sz="quarter" idx="12"/>
          </p:nvPr>
        </p:nvSpPr>
        <p:spPr>
          <a:xfrm>
            <a:off x="1437664" y="798973"/>
            <a:ext cx="811019" cy="503578"/>
          </a:xfrm>
        </p:spPr>
        <p:txBody>
          <a:bodyPr/>
          <a:lstStyle/>
          <a:p>
            <a:fld id="{4B869415-56AD-49F9-B576-7596EF7ECAC6}" type="slidenum">
              <a:rPr lang="en-US" smtClean="0"/>
              <a:t>‹#›</a:t>
            </a:fld>
            <a:endParaRPr lang="en-US"/>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6525494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1D6C5B-8995-4CBE-A6C8-F37ABE6A0A7A}" type="datetimeFigureOut">
              <a:rPr lang="en-US" smtClean="0"/>
              <a:t>3/7/2025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869415-56AD-49F9-B576-7596EF7ECAC6}" type="slidenum">
              <a:rPr lang="en-US" smtClean="0"/>
              <a:t>‹#›</a:t>
            </a:fld>
            <a:endParaRPr lang="en-US"/>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864324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01D6C5B-8995-4CBE-A6C8-F37ABE6A0A7A}" type="datetimeFigureOut">
              <a:rPr lang="en-US" smtClean="0"/>
              <a:t>3/7/2025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869415-56AD-49F9-B576-7596EF7ECAC6}" type="slidenum">
              <a:rPr lang="en-US" smtClean="0"/>
              <a:t>‹#›</a:t>
            </a:fld>
            <a:endParaRPr lang="en-US"/>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8534385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01D6C5B-8995-4CBE-A6C8-F37ABE6A0A7A}" type="datetimeFigureOut">
              <a:rPr lang="en-US" smtClean="0"/>
              <a:t>3/7/2025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869415-56AD-49F9-B576-7596EF7ECAC6}" type="slidenum">
              <a:rPr lang="en-US" smtClean="0"/>
              <a:t>‹#›</a:t>
            </a:fld>
            <a:endParaRPr lang="en-US"/>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264263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01D6C5B-8995-4CBE-A6C8-F37ABE6A0A7A}" type="datetimeFigureOut">
              <a:rPr lang="en-US" smtClean="0"/>
              <a:t>3/7/2025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B869415-56AD-49F9-B576-7596EF7ECAC6}" type="slidenum">
              <a:rPr lang="en-US" smtClean="0"/>
              <a:t>‹#›</a:t>
            </a:fld>
            <a:endParaRPr lang="en-US"/>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5795545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01D6C5B-8995-4CBE-A6C8-F37ABE6A0A7A}" type="datetimeFigureOut">
              <a:rPr lang="en-US" smtClean="0"/>
              <a:t>3/7/2025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869415-56AD-49F9-B576-7596EF7ECAC6}" type="slidenum">
              <a:rPr lang="en-US" smtClean="0"/>
              <a:t>‹#›</a:t>
            </a:fld>
            <a:endParaRPr lang="en-US"/>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1576058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01D6C5B-8995-4CBE-A6C8-F37ABE6A0A7A}" type="datetimeFigureOut">
              <a:rPr lang="en-US" smtClean="0"/>
              <a:t>3/7/2025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B869415-56AD-49F9-B576-7596EF7ECAC6}" type="slidenum">
              <a:rPr lang="en-US" smtClean="0"/>
              <a:t>‹#›</a:t>
            </a:fld>
            <a:endParaRPr lang="en-US"/>
          </a:p>
        </p:txBody>
      </p:sp>
    </p:spTree>
    <p:extLst>
      <p:ext uri="{BB962C8B-B14F-4D97-AF65-F5344CB8AC3E}">
        <p14:creationId xmlns:p14="http://schemas.microsoft.com/office/powerpoint/2010/main" val="33501151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01D6C5B-8995-4CBE-A6C8-F37ABE6A0A7A}" type="datetimeFigureOut">
              <a:rPr lang="en-US" smtClean="0"/>
              <a:t>3/7/2025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869415-56AD-49F9-B576-7596EF7ECAC6}" type="slidenum">
              <a:rPr lang="en-US" smtClean="0"/>
              <a:t>‹#›</a:t>
            </a:fld>
            <a:endParaRPr lang="en-US"/>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308643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fld id="{D01D6C5B-8995-4CBE-A6C8-F37ABE6A0A7A}" type="datetimeFigureOut">
              <a:rPr lang="en-US" smtClean="0"/>
              <a:t>3/7/2025</a:t>
            </a:fld>
            <a:endParaRPr lang="en-US"/>
          </a:p>
        </p:txBody>
      </p:sp>
      <p:sp>
        <p:nvSpPr>
          <p:cNvPr id="6" name="Footer Placeholder 5"/>
          <p:cNvSpPr>
            <a:spLocks noGrp="1"/>
          </p:cNvSpPr>
          <p:nvPr>
            <p:ph type="ftr" sz="quarter" idx="11"/>
          </p:nvPr>
        </p:nvSpPr>
        <p:spPr>
          <a:xfrm>
            <a:off x="1447382" y="318640"/>
            <a:ext cx="5541004" cy="320931"/>
          </a:xfrm>
        </p:spPr>
        <p:txBody>
          <a:bodyPr/>
          <a:lstStyle/>
          <a:p>
            <a:endParaRPr lang="en-US"/>
          </a:p>
        </p:txBody>
      </p:sp>
      <p:sp>
        <p:nvSpPr>
          <p:cNvPr id="7" name="Slide Number Placeholder 6"/>
          <p:cNvSpPr>
            <a:spLocks noGrp="1"/>
          </p:cNvSpPr>
          <p:nvPr>
            <p:ph type="sldNum" sz="quarter" idx="12"/>
          </p:nvPr>
        </p:nvSpPr>
        <p:spPr/>
        <p:txBody>
          <a:bodyPr/>
          <a:lstStyle/>
          <a:p>
            <a:fld id="{4B869415-56AD-49F9-B576-7596EF7ECAC6}" type="slidenum">
              <a:rPr lang="en-US" smtClean="0"/>
              <a:t>‹#›</a:t>
            </a:fld>
            <a:endParaRPr lang="en-US"/>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436534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1D6C5B-8995-4CBE-A6C8-F37ABE6A0A7A}" type="datetimeFigureOut">
              <a:rPr lang="en-US" smtClean="0"/>
              <a:t>3/7/2025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869415-56AD-49F9-B576-7596EF7ECAC6}" type="slidenum">
              <a:rPr lang="en-US" smtClean="0"/>
              <a:t>‹#›</a:t>
            </a:fld>
            <a:endParaRPr lang="en-US"/>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51332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01D6C5B-8995-4CBE-A6C8-F37ABE6A0A7A}" type="datetimeFigureOut">
              <a:rPr lang="en-US" smtClean="0"/>
              <a:t>3/7/2025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869415-56AD-49F9-B576-7596EF7ECAC6}" type="slidenum">
              <a:rPr lang="en-US" smtClean="0"/>
              <a:t>‹#›</a:t>
            </a:fld>
            <a:endParaRPr lang="en-US"/>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00970235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pic>
        <p:nvPicPr>
          <p:cNvPr id="7" name="Picture 6"/>
          <p:cNvPicPr>
            <a:picLocks noChangeAspect="1"/>
          </p:cNvPicPr>
          <p:nvPr/>
        </p:nvPicPr>
        <p:blipFill rotWithShape="1">
          <a:blip r:embed="rId13">
            <a:extLst>
              <a:ext uri="{28A0092B-C50C-407E-A947-70E740481C1C}">
                <a14:useLocalDpi xmlns:a14="http://schemas.microsoft.com/office/drawing/2010/main" val="0"/>
              </a:ext>
            </a:extLst>
          </a:blip>
          <a:srcRect t="1538" b="-1538"/>
          <a:stretch/>
        </p:blipFill>
        <p:spPr bwMode="black">
          <a:xfrm>
            <a:off x="0" y="6126480"/>
            <a:ext cx="12192000" cy="742950"/>
          </a:xfrm>
          <a:prstGeom prst="rect">
            <a:avLst/>
          </a:prstGeom>
        </p:spPr>
      </p:pic>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8" y="330370"/>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fld id="{D01D6C5B-8995-4CBE-A6C8-F37ABE6A0A7A}" type="datetimeFigureOut">
              <a:rPr lang="en-US" smtClean="0"/>
              <a:t>3/7/2025</a:t>
            </a:fld>
            <a:endParaRPr lang="en-US"/>
          </a:p>
        </p:txBody>
      </p:sp>
      <p:sp>
        <p:nvSpPr>
          <p:cNvPr id="5" name="Footer Placeholder 4"/>
          <p:cNvSpPr>
            <a:spLocks noGrp="1"/>
          </p:cNvSpPr>
          <p:nvPr>
            <p:ph type="ftr" sz="quarter" idx="3"/>
          </p:nvPr>
        </p:nvSpPr>
        <p:spPr>
          <a:xfrm>
            <a:off x="1451579" y="329307"/>
            <a:ext cx="5938836" cy="309201"/>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80060" y="798973"/>
            <a:ext cx="811019" cy="503578"/>
          </a:xfrm>
          <a:prstGeom prst="rect">
            <a:avLst/>
          </a:prstGeom>
        </p:spPr>
        <p:txBody>
          <a:bodyPr vert="horz" lIns="91440" tIns="45720" rIns="91440" bIns="45720" rtlCol="0" anchor="t"/>
          <a:lstStyle>
            <a:lvl1pPr algn="r">
              <a:defRPr sz="2800">
                <a:solidFill>
                  <a:schemeClr val="accent1"/>
                </a:solidFill>
              </a:defRPr>
            </a:lvl1pPr>
          </a:lstStyle>
          <a:p>
            <a:fld id="{4B869415-56AD-49F9-B576-7596EF7ECAC6}" type="slidenum">
              <a:rPr lang="en-US" smtClean="0"/>
              <a:t>‹#›</a:t>
            </a:fld>
            <a:endParaRPr lang="en-US"/>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3894557"/>
      </p:ext>
    </p:extLst>
  </p:cSld>
  <p:clrMap bg1="lt1" tx1="dk1" bg2="lt2" tx2="dk2" accent1="accent1" accent2="accent2" accent3="accent3" accent4="accent4" accent5="accent5" accent6="accent6" hlink="hlink" folHlink="folHlink"/>
  <p:sldLayoutIdLst>
    <p:sldLayoutId id="2147483745" r:id="rId1"/>
    <p:sldLayoutId id="2147483746" r:id="rId2"/>
    <p:sldLayoutId id="2147483747" r:id="rId3"/>
    <p:sldLayoutId id="2147483748" r:id="rId4"/>
    <p:sldLayoutId id="2147483749" r:id="rId5"/>
    <p:sldLayoutId id="2147483750" r:id="rId6"/>
    <p:sldLayoutId id="2147483751" r:id="rId7"/>
    <p:sldLayoutId id="2147483752" r:id="rId8"/>
    <p:sldLayoutId id="2147483753" r:id="rId9"/>
    <p:sldLayoutId id="2147483754" r:id="rId10"/>
    <p:sldLayoutId id="2147483755" r:id="rId11"/>
  </p:sldLayoutIdLst>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ustomXml" Target="../ink/ink1.xml"/><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image" Target="../media/image12.png"/><Relationship Id="rId13" Type="http://schemas.openxmlformats.org/officeDocument/2006/relationships/customXml" Target="../ink/ink7.xml"/><Relationship Id="rId18" Type="http://schemas.openxmlformats.org/officeDocument/2006/relationships/image" Target="../media/image17.png"/><Relationship Id="rId3" Type="http://schemas.openxmlformats.org/officeDocument/2006/relationships/customXml" Target="../ink/ink2.xml"/><Relationship Id="rId21" Type="http://schemas.openxmlformats.org/officeDocument/2006/relationships/customXml" Target="../ink/ink11.xml"/><Relationship Id="rId7" Type="http://schemas.openxmlformats.org/officeDocument/2006/relationships/customXml" Target="../ink/ink4.xml"/><Relationship Id="rId12" Type="http://schemas.openxmlformats.org/officeDocument/2006/relationships/image" Target="../media/image14.png"/><Relationship Id="rId17" Type="http://schemas.openxmlformats.org/officeDocument/2006/relationships/customXml" Target="../ink/ink9.xml"/><Relationship Id="rId2" Type="http://schemas.openxmlformats.org/officeDocument/2006/relationships/image" Target="../media/image9.png"/><Relationship Id="rId16" Type="http://schemas.openxmlformats.org/officeDocument/2006/relationships/image" Target="../media/image16.png"/><Relationship Id="rId20"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customXml" Target="../ink/ink6.xml"/><Relationship Id="rId5" Type="http://schemas.openxmlformats.org/officeDocument/2006/relationships/customXml" Target="../ink/ink3.xml"/><Relationship Id="rId15" Type="http://schemas.openxmlformats.org/officeDocument/2006/relationships/customXml" Target="../ink/ink8.xml"/><Relationship Id="rId10" Type="http://schemas.openxmlformats.org/officeDocument/2006/relationships/image" Target="../media/image13.png"/><Relationship Id="rId19" Type="http://schemas.openxmlformats.org/officeDocument/2006/relationships/customXml" Target="../ink/ink10.xml"/><Relationship Id="rId4" Type="http://schemas.openxmlformats.org/officeDocument/2006/relationships/image" Target="../media/image10.png"/><Relationship Id="rId9" Type="http://schemas.openxmlformats.org/officeDocument/2006/relationships/customXml" Target="../ink/ink5.xml"/><Relationship Id="rId14" Type="http://schemas.openxmlformats.org/officeDocument/2006/relationships/image" Target="../media/image15.png"/><Relationship Id="rId22" Type="http://schemas.openxmlformats.org/officeDocument/2006/relationships/image" Target="../media/image1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25DDC3-6171-D579-21B7-8E1742B1F61A}"/>
              </a:ext>
            </a:extLst>
          </p:cNvPr>
          <p:cNvSpPr>
            <a:spLocks noGrp="1"/>
          </p:cNvSpPr>
          <p:nvPr>
            <p:ph type="ctrTitle"/>
          </p:nvPr>
        </p:nvSpPr>
        <p:spPr/>
        <p:txBody>
          <a:bodyPr>
            <a:normAutofit/>
          </a:bodyPr>
          <a:lstStyle/>
          <a:p>
            <a:pPr algn="ctr"/>
            <a:r>
              <a:rPr lang="en-US" sz="8000" dirty="0"/>
              <a:t>Team 3</a:t>
            </a:r>
          </a:p>
        </p:txBody>
      </p:sp>
      <p:sp>
        <p:nvSpPr>
          <p:cNvPr id="3" name="Subtitle 2">
            <a:extLst>
              <a:ext uri="{FF2B5EF4-FFF2-40B4-BE49-F238E27FC236}">
                <a16:creationId xmlns:a16="http://schemas.microsoft.com/office/drawing/2014/main" id="{E2E77A6D-86CA-7BF3-FAFE-A6A2B9A1CB39}"/>
              </a:ext>
            </a:extLst>
          </p:cNvPr>
          <p:cNvSpPr>
            <a:spLocks noGrp="1"/>
          </p:cNvSpPr>
          <p:nvPr>
            <p:ph type="subTitle" idx="1"/>
          </p:nvPr>
        </p:nvSpPr>
        <p:spPr/>
        <p:txBody>
          <a:bodyPr>
            <a:normAutofit/>
          </a:bodyPr>
          <a:lstStyle/>
          <a:p>
            <a:pPr algn="ctr"/>
            <a:r>
              <a:rPr lang="en-US" sz="3200" dirty="0"/>
              <a:t>Preprocessing Data for Lung Disease</a:t>
            </a:r>
          </a:p>
        </p:txBody>
      </p:sp>
      <p:sp>
        <p:nvSpPr>
          <p:cNvPr id="4" name="TextBox 3">
            <a:extLst>
              <a:ext uri="{FF2B5EF4-FFF2-40B4-BE49-F238E27FC236}">
                <a16:creationId xmlns:a16="http://schemas.microsoft.com/office/drawing/2014/main" id="{C7F147DA-A4FC-5C82-D15C-9287804BDB6F}"/>
              </a:ext>
            </a:extLst>
          </p:cNvPr>
          <p:cNvSpPr txBox="1"/>
          <p:nvPr/>
        </p:nvSpPr>
        <p:spPr>
          <a:xfrm>
            <a:off x="523664" y="4508825"/>
            <a:ext cx="3788229" cy="1754326"/>
          </a:xfrm>
          <a:prstGeom prst="rect">
            <a:avLst/>
          </a:prstGeom>
          <a:noFill/>
        </p:spPr>
        <p:txBody>
          <a:bodyPr wrap="square" rtlCol="0">
            <a:spAutoFit/>
          </a:bodyPr>
          <a:lstStyle/>
          <a:p>
            <a:r>
              <a:rPr lang="en-US" dirty="0"/>
              <a:t>Team Members:</a:t>
            </a:r>
          </a:p>
          <a:p>
            <a:pPr marL="285750" indent="-285750">
              <a:buFont typeface="Arial" panose="020B0604020202020204" pitchFamily="34" charset="0"/>
              <a:buChar char="•"/>
            </a:pPr>
            <a:r>
              <a:rPr lang="en-US" dirty="0"/>
              <a:t>Prashant Ram</a:t>
            </a:r>
          </a:p>
          <a:p>
            <a:pPr marL="285750" indent="-285750">
              <a:buFont typeface="Arial" panose="020B0604020202020204" pitchFamily="34" charset="0"/>
              <a:buChar char="•"/>
            </a:pPr>
            <a:r>
              <a:rPr lang="en-US" dirty="0"/>
              <a:t>Muhammad Hassan</a:t>
            </a:r>
          </a:p>
          <a:p>
            <a:pPr marL="285750" indent="-285750">
              <a:buFont typeface="Arial" panose="020B0604020202020204" pitchFamily="34" charset="0"/>
              <a:buChar char="•"/>
            </a:pPr>
            <a:r>
              <a:rPr lang="en-US" dirty="0"/>
              <a:t>Mohamed Burhan</a:t>
            </a:r>
          </a:p>
          <a:p>
            <a:pPr marL="285750" indent="-285750">
              <a:buFont typeface="Arial" panose="020B0604020202020204" pitchFamily="34" charset="0"/>
              <a:buChar char="•"/>
            </a:pPr>
            <a:r>
              <a:rPr lang="en-US" dirty="0"/>
              <a:t>Gandhar Tare</a:t>
            </a:r>
          </a:p>
          <a:p>
            <a:pPr marL="285750" indent="-285750">
              <a:buFont typeface="Arial" panose="020B0604020202020204" pitchFamily="34" charset="0"/>
              <a:buChar char="•"/>
            </a:pPr>
            <a:endParaRPr lang="en-US" dirty="0"/>
          </a:p>
        </p:txBody>
      </p:sp>
    </p:spTree>
    <p:extLst>
      <p:ext uri="{BB962C8B-B14F-4D97-AF65-F5344CB8AC3E}">
        <p14:creationId xmlns:p14="http://schemas.microsoft.com/office/powerpoint/2010/main" val="2416825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4EDE8-DFB4-4251-E75F-B61F6DC8A2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0F0B25B-A88A-16AA-FCB8-90F65D43C3BC}"/>
              </a:ext>
            </a:extLst>
          </p:cNvPr>
          <p:cNvSpPr>
            <a:spLocks noGrp="1"/>
          </p:cNvSpPr>
          <p:nvPr>
            <p:ph type="title"/>
          </p:nvPr>
        </p:nvSpPr>
        <p:spPr>
          <a:xfrm>
            <a:off x="838200" y="365126"/>
            <a:ext cx="10515600" cy="527504"/>
          </a:xfrm>
        </p:spPr>
        <p:txBody>
          <a:bodyPr>
            <a:noAutofit/>
          </a:bodyPr>
          <a:lstStyle/>
          <a:p>
            <a:pPr algn="ctr"/>
            <a:r>
              <a:rPr lang="en-US" sz="3200" dirty="0"/>
              <a:t>Recovery Status Against their Smoking Status</a:t>
            </a:r>
          </a:p>
        </p:txBody>
      </p:sp>
      <p:pic>
        <p:nvPicPr>
          <p:cNvPr id="12" name="Content Placeholder 11">
            <a:extLst>
              <a:ext uri="{FF2B5EF4-FFF2-40B4-BE49-F238E27FC236}">
                <a16:creationId xmlns:a16="http://schemas.microsoft.com/office/drawing/2014/main" id="{F922A90D-CFA7-B530-2ED1-4400701C8DF0}"/>
              </a:ext>
            </a:extLst>
          </p:cNvPr>
          <p:cNvPicPr>
            <a:picLocks noGrp="1" noChangeAspect="1"/>
          </p:cNvPicPr>
          <p:nvPr>
            <p:ph idx="1"/>
          </p:nvPr>
        </p:nvPicPr>
        <p:blipFill>
          <a:blip r:embed="rId2"/>
          <a:stretch>
            <a:fillRect/>
          </a:stretch>
        </p:blipFill>
        <p:spPr>
          <a:xfrm>
            <a:off x="174171" y="1379311"/>
            <a:ext cx="6215743" cy="4674070"/>
          </a:xfrm>
        </p:spPr>
      </p:pic>
      <p:sp>
        <p:nvSpPr>
          <p:cNvPr id="6" name="TextBox 5">
            <a:extLst>
              <a:ext uri="{FF2B5EF4-FFF2-40B4-BE49-F238E27FC236}">
                <a16:creationId xmlns:a16="http://schemas.microsoft.com/office/drawing/2014/main" id="{B0F1ADA3-961A-5BDF-E744-81B70FDFCB95}"/>
              </a:ext>
            </a:extLst>
          </p:cNvPr>
          <p:cNvSpPr txBox="1"/>
          <p:nvPr/>
        </p:nvSpPr>
        <p:spPr>
          <a:xfrm>
            <a:off x="7314694" y="1534887"/>
            <a:ext cx="4572506" cy="4093428"/>
          </a:xfrm>
          <a:prstGeom prst="rect">
            <a:avLst/>
          </a:prstGeom>
          <a:noFill/>
        </p:spPr>
        <p:txBody>
          <a:bodyPr wrap="square" rtlCol="0">
            <a:spAutoFit/>
          </a:bodyPr>
          <a:lstStyle/>
          <a:p>
            <a:r>
              <a:rPr lang="en-US" sz="2000" b="1" dirty="0"/>
              <a:t>Interpretation</a:t>
            </a:r>
          </a:p>
          <a:p>
            <a:r>
              <a:rPr lang="en-US" sz="2000" dirty="0"/>
              <a:t>The stacked bar graph depicts that patients who were Non-smokers had about similar recovery outcomes as the ones who smoked. However, we can clearly see that Smokers had a higher outcome of not recovering from their lung diseases.</a:t>
            </a:r>
          </a:p>
          <a:p>
            <a:endParaRPr lang="en-US" sz="2000" dirty="0"/>
          </a:p>
          <a:p>
            <a:r>
              <a:rPr lang="en-US" sz="2000" b="1" dirty="0"/>
              <a:t>Insight</a:t>
            </a:r>
          </a:p>
          <a:p>
            <a:r>
              <a:rPr lang="en-US" sz="2000" dirty="0"/>
              <a:t>The insight that we can make from this is that smoking can worsen the recovery outcome of lung diseases.</a:t>
            </a:r>
          </a:p>
        </p:txBody>
      </p:sp>
    </p:spTree>
    <p:extLst>
      <p:ext uri="{BB962C8B-B14F-4D97-AF65-F5344CB8AC3E}">
        <p14:creationId xmlns:p14="http://schemas.microsoft.com/office/powerpoint/2010/main" val="3306362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AA360-6BA3-6E18-2148-FCB18545B5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00D91D-6179-BA2C-CFB6-754A078ED437}"/>
              </a:ext>
            </a:extLst>
          </p:cNvPr>
          <p:cNvSpPr>
            <a:spLocks noGrp="1"/>
          </p:cNvSpPr>
          <p:nvPr>
            <p:ph type="title"/>
          </p:nvPr>
        </p:nvSpPr>
        <p:spPr>
          <a:xfrm>
            <a:off x="838200" y="365126"/>
            <a:ext cx="10515600" cy="527504"/>
          </a:xfrm>
        </p:spPr>
        <p:txBody>
          <a:bodyPr>
            <a:noAutofit/>
          </a:bodyPr>
          <a:lstStyle/>
          <a:p>
            <a:pPr algn="ctr"/>
            <a:r>
              <a:rPr lang="en-US" sz="3200" dirty="0"/>
              <a:t>Recovery of Patient Against Their Lung Capacity</a:t>
            </a:r>
          </a:p>
        </p:txBody>
      </p:sp>
      <p:pic>
        <p:nvPicPr>
          <p:cNvPr id="8" name="Content Placeholder 7">
            <a:extLst>
              <a:ext uri="{FF2B5EF4-FFF2-40B4-BE49-F238E27FC236}">
                <a16:creationId xmlns:a16="http://schemas.microsoft.com/office/drawing/2014/main" id="{C5501F84-1938-397B-0BAD-CAC8EDBB27F3}"/>
              </a:ext>
            </a:extLst>
          </p:cNvPr>
          <p:cNvPicPr>
            <a:picLocks noGrp="1" noChangeAspect="1"/>
          </p:cNvPicPr>
          <p:nvPr>
            <p:ph idx="1"/>
          </p:nvPr>
        </p:nvPicPr>
        <p:blipFill>
          <a:blip r:embed="rId2"/>
          <a:stretch>
            <a:fillRect/>
          </a:stretch>
        </p:blipFill>
        <p:spPr>
          <a:xfrm>
            <a:off x="337456" y="1662039"/>
            <a:ext cx="5843249" cy="4334891"/>
          </a:xfrm>
        </p:spPr>
      </p:pic>
      <p:sp>
        <p:nvSpPr>
          <p:cNvPr id="6" name="TextBox 5">
            <a:extLst>
              <a:ext uri="{FF2B5EF4-FFF2-40B4-BE49-F238E27FC236}">
                <a16:creationId xmlns:a16="http://schemas.microsoft.com/office/drawing/2014/main" id="{1D69B54F-980D-6F70-E2C1-482F26632A82}"/>
              </a:ext>
            </a:extLst>
          </p:cNvPr>
          <p:cNvSpPr txBox="1"/>
          <p:nvPr/>
        </p:nvSpPr>
        <p:spPr>
          <a:xfrm>
            <a:off x="7380009" y="1171316"/>
            <a:ext cx="4474535" cy="5016758"/>
          </a:xfrm>
          <a:prstGeom prst="rect">
            <a:avLst/>
          </a:prstGeom>
          <a:noFill/>
        </p:spPr>
        <p:txBody>
          <a:bodyPr wrap="square" rtlCol="0">
            <a:spAutoFit/>
          </a:bodyPr>
          <a:lstStyle/>
          <a:p>
            <a:r>
              <a:rPr lang="en-US" sz="2000" b="1" dirty="0"/>
              <a:t>Interpretation</a:t>
            </a:r>
          </a:p>
          <a:p>
            <a:r>
              <a:rPr lang="en-US" sz="2000" dirty="0"/>
              <a:t>The stacked bar graph depicts that patients who had a lower lung capacity (1, 2 and 3) had higher "Not recovered" count. Moreover, patients with a high lung capacity (4-5) had about similar ratio of Recovered and Not Recovered. Finally, patients with the highest lung capacity of 6 had always recovered.</a:t>
            </a:r>
          </a:p>
          <a:p>
            <a:endParaRPr lang="en-US" sz="2000" dirty="0"/>
          </a:p>
          <a:p>
            <a:r>
              <a:rPr lang="en-US" sz="2000" b="1" dirty="0"/>
              <a:t>Insight</a:t>
            </a:r>
          </a:p>
          <a:p>
            <a:r>
              <a:rPr lang="en-US" sz="2000" dirty="0"/>
              <a:t>The insight that we can make from this is that a lower lung capacity can significantly reduce the recovery outcomes whereas a very high one can almost always guarantee recovery.</a:t>
            </a:r>
          </a:p>
        </p:txBody>
      </p:sp>
    </p:spTree>
    <p:extLst>
      <p:ext uri="{BB962C8B-B14F-4D97-AF65-F5344CB8AC3E}">
        <p14:creationId xmlns:p14="http://schemas.microsoft.com/office/powerpoint/2010/main" val="37830417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96B57A-3666-52EF-0BA3-19852C6264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48783D-765A-7B81-1ADB-8A39DE4BF17B}"/>
              </a:ext>
            </a:extLst>
          </p:cNvPr>
          <p:cNvSpPr>
            <a:spLocks noGrp="1"/>
          </p:cNvSpPr>
          <p:nvPr>
            <p:ph type="title"/>
          </p:nvPr>
        </p:nvSpPr>
        <p:spPr>
          <a:xfrm>
            <a:off x="838200" y="365126"/>
            <a:ext cx="10515600" cy="527504"/>
          </a:xfrm>
        </p:spPr>
        <p:txBody>
          <a:bodyPr>
            <a:noAutofit/>
          </a:bodyPr>
          <a:lstStyle/>
          <a:p>
            <a:pPr algn="ctr"/>
            <a:r>
              <a:rPr lang="en-US" sz="3200" dirty="0"/>
              <a:t>Recovery of Patient Against Their </a:t>
            </a:r>
            <a:r>
              <a:rPr lang="en-US" dirty="0"/>
              <a:t>Treatment Types</a:t>
            </a:r>
            <a:endParaRPr lang="en-US" sz="3200" dirty="0"/>
          </a:p>
        </p:txBody>
      </p:sp>
      <p:pic>
        <p:nvPicPr>
          <p:cNvPr id="7" name="Content Placeholder 6">
            <a:extLst>
              <a:ext uri="{FF2B5EF4-FFF2-40B4-BE49-F238E27FC236}">
                <a16:creationId xmlns:a16="http://schemas.microsoft.com/office/drawing/2014/main" id="{86B79DC2-11D1-79AC-624B-7A8381168A45}"/>
              </a:ext>
            </a:extLst>
          </p:cNvPr>
          <p:cNvPicPr>
            <a:picLocks noGrp="1" noChangeAspect="1"/>
          </p:cNvPicPr>
          <p:nvPr>
            <p:ph idx="1"/>
          </p:nvPr>
        </p:nvPicPr>
        <p:blipFill>
          <a:blip r:embed="rId2"/>
          <a:stretch>
            <a:fillRect/>
          </a:stretch>
        </p:blipFill>
        <p:spPr>
          <a:xfrm>
            <a:off x="119744" y="1481354"/>
            <a:ext cx="6346372" cy="4577371"/>
          </a:xfrm>
        </p:spPr>
      </p:pic>
      <p:sp>
        <p:nvSpPr>
          <p:cNvPr id="6" name="TextBox 5">
            <a:extLst>
              <a:ext uri="{FF2B5EF4-FFF2-40B4-BE49-F238E27FC236}">
                <a16:creationId xmlns:a16="http://schemas.microsoft.com/office/drawing/2014/main" id="{6499590A-B3D7-27B3-BDAA-989B35B0243D}"/>
              </a:ext>
            </a:extLst>
          </p:cNvPr>
          <p:cNvSpPr txBox="1"/>
          <p:nvPr/>
        </p:nvSpPr>
        <p:spPr>
          <a:xfrm>
            <a:off x="7151408" y="1481354"/>
            <a:ext cx="4572506" cy="3785652"/>
          </a:xfrm>
          <a:prstGeom prst="rect">
            <a:avLst/>
          </a:prstGeom>
          <a:noFill/>
        </p:spPr>
        <p:txBody>
          <a:bodyPr wrap="square" rtlCol="0">
            <a:spAutoFit/>
          </a:bodyPr>
          <a:lstStyle/>
          <a:p>
            <a:r>
              <a:rPr lang="en-US" sz="2000" b="1" dirty="0"/>
              <a:t>Interpretation</a:t>
            </a:r>
          </a:p>
          <a:p>
            <a:r>
              <a:rPr lang="en-US" sz="2000" dirty="0"/>
              <a:t>We can see that patients which opted for therapy as their form of treatment had a higher count of not recovering when compared to the ones who chose surgery. The ones who chose surgery had a higher count of recovering after the treatment.</a:t>
            </a:r>
          </a:p>
          <a:p>
            <a:endParaRPr lang="en-US" sz="2000" dirty="0"/>
          </a:p>
          <a:p>
            <a:r>
              <a:rPr lang="en-US" sz="2000" b="1" dirty="0"/>
              <a:t>Insight</a:t>
            </a:r>
          </a:p>
          <a:p>
            <a:r>
              <a:rPr lang="en-US" sz="2000" dirty="0"/>
              <a:t>We can say that surgical forms of treatment work much better than just therapeutical kind.</a:t>
            </a:r>
          </a:p>
        </p:txBody>
      </p:sp>
    </p:spTree>
    <p:extLst>
      <p:ext uri="{BB962C8B-B14F-4D97-AF65-F5344CB8AC3E}">
        <p14:creationId xmlns:p14="http://schemas.microsoft.com/office/powerpoint/2010/main" val="31481314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30DD48-EBB4-116D-5283-D88DC6D4DA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35FB580-3A23-DDB6-7404-3DF1B74E4DD3}"/>
              </a:ext>
            </a:extLst>
          </p:cNvPr>
          <p:cNvSpPr>
            <a:spLocks noGrp="1"/>
          </p:cNvSpPr>
          <p:nvPr>
            <p:ph type="title"/>
          </p:nvPr>
        </p:nvSpPr>
        <p:spPr>
          <a:xfrm>
            <a:off x="838200" y="365126"/>
            <a:ext cx="10515600" cy="527504"/>
          </a:xfrm>
        </p:spPr>
        <p:txBody>
          <a:bodyPr>
            <a:noAutofit/>
          </a:bodyPr>
          <a:lstStyle/>
          <a:p>
            <a:pPr algn="ctr"/>
            <a:r>
              <a:rPr lang="en-US" dirty="0"/>
              <a:t>Data Subset Overview &amp; Target Distribution</a:t>
            </a:r>
            <a:endParaRPr lang="en-US" sz="3200" dirty="0"/>
          </a:p>
        </p:txBody>
      </p:sp>
      <p:pic>
        <p:nvPicPr>
          <p:cNvPr id="8" name="Picture 7">
            <a:extLst>
              <a:ext uri="{FF2B5EF4-FFF2-40B4-BE49-F238E27FC236}">
                <a16:creationId xmlns:a16="http://schemas.microsoft.com/office/drawing/2014/main" id="{58FED12E-3F2B-5CC9-ACED-EC5CDFB03724}"/>
              </a:ext>
            </a:extLst>
          </p:cNvPr>
          <p:cNvPicPr>
            <a:picLocks noChangeAspect="1"/>
          </p:cNvPicPr>
          <p:nvPr/>
        </p:nvPicPr>
        <p:blipFill>
          <a:blip r:embed="rId2"/>
          <a:stretch>
            <a:fillRect/>
          </a:stretch>
        </p:blipFill>
        <p:spPr>
          <a:xfrm>
            <a:off x="201168" y="1481354"/>
            <a:ext cx="6316561" cy="3943812"/>
          </a:xfrm>
          <a:prstGeom prst="rect">
            <a:avLst/>
          </a:prstGeom>
        </p:spPr>
      </p:pic>
      <p:sp>
        <p:nvSpPr>
          <p:cNvPr id="14" name="TextBox 13">
            <a:extLst>
              <a:ext uri="{FF2B5EF4-FFF2-40B4-BE49-F238E27FC236}">
                <a16:creationId xmlns:a16="http://schemas.microsoft.com/office/drawing/2014/main" id="{DEF2A708-E973-4194-2A1A-10645E416231}"/>
              </a:ext>
            </a:extLst>
          </p:cNvPr>
          <p:cNvSpPr txBox="1"/>
          <p:nvPr/>
        </p:nvSpPr>
        <p:spPr>
          <a:xfrm>
            <a:off x="6517729" y="1536492"/>
            <a:ext cx="4946754" cy="6309420"/>
          </a:xfrm>
          <a:prstGeom prst="rect">
            <a:avLst/>
          </a:prstGeom>
          <a:noFill/>
        </p:spPr>
        <p:txBody>
          <a:bodyPr wrap="square" rtlCol="0">
            <a:spAutoFit/>
          </a:bodyPr>
          <a:lstStyle/>
          <a:p>
            <a:r>
              <a:rPr lang="en-US" b="1" dirty="0"/>
              <a:t>What It Shows:</a:t>
            </a:r>
            <a:r>
              <a:rPr lang="en-US" dirty="0"/>
              <a:t> </a:t>
            </a:r>
          </a:p>
          <a:p>
            <a:pPr marL="285750" indent="-285750">
              <a:buFont typeface="Wingdings" panose="05000000000000000000" pitchFamily="2" charset="2"/>
              <a:buChar char="Ø"/>
            </a:pPr>
            <a:r>
              <a:rPr lang="en-US" sz="1600" dirty="0"/>
              <a:t>This bar chart presents the number of samples in each data subset from our 80/20 train/test split.</a:t>
            </a:r>
          </a:p>
          <a:p>
            <a:pPr marL="285750" indent="-285750">
              <a:buFont typeface="Wingdings" panose="05000000000000000000" pitchFamily="2" charset="2"/>
              <a:buChar char="Ø"/>
            </a:pPr>
            <a:r>
              <a:rPr lang="en-US" sz="1600" dirty="0"/>
              <a:t>It includes “Training Features (</a:t>
            </a:r>
            <a:r>
              <a:rPr lang="en-US" sz="1600" dirty="0" err="1"/>
              <a:t>x_train</a:t>
            </a:r>
            <a:r>
              <a:rPr lang="en-US" sz="1600" dirty="0"/>
              <a:t>)”, “Testing Features (</a:t>
            </a:r>
            <a:r>
              <a:rPr lang="en-US" sz="1600" dirty="0" err="1"/>
              <a:t>x_test</a:t>
            </a:r>
            <a:r>
              <a:rPr lang="en-US" sz="1600" dirty="0"/>
              <a:t>)”, “Training Labels (</a:t>
            </a:r>
            <a:r>
              <a:rPr lang="en-US" sz="1600" dirty="0" err="1"/>
              <a:t>y_train</a:t>
            </a:r>
            <a:r>
              <a:rPr lang="en-US" sz="1600" dirty="0"/>
              <a:t>)”, and “Testing Labels (</a:t>
            </a:r>
            <a:r>
              <a:rPr lang="en-US" sz="1600" dirty="0" err="1"/>
              <a:t>y_test</a:t>
            </a:r>
            <a:r>
              <a:rPr lang="en-US" sz="1600" dirty="0"/>
              <a:t>)”.</a:t>
            </a:r>
          </a:p>
          <a:p>
            <a:r>
              <a:rPr lang="en-US" b="1" dirty="0"/>
              <a:t>Interpretation</a:t>
            </a:r>
            <a:r>
              <a:rPr lang="en-US" dirty="0"/>
              <a:t>:</a:t>
            </a:r>
          </a:p>
          <a:p>
            <a:pPr marL="285750" indent="-285750">
              <a:buFont typeface="Wingdings" panose="05000000000000000000" pitchFamily="2" charset="2"/>
              <a:buChar char="Ø"/>
            </a:pPr>
            <a:r>
              <a:rPr lang="en-US" sz="1600" dirty="0"/>
              <a:t>The chart confirms that approximately 80% of the samples are in the training set and 20% in the testing set. The exact counts, annotated on each bar, ensure we have a clear, balanced split.</a:t>
            </a:r>
          </a:p>
          <a:p>
            <a:r>
              <a:rPr lang="en-US" b="1" dirty="0"/>
              <a:t>Machine Analysis Insight:</a:t>
            </a:r>
          </a:p>
          <a:p>
            <a:pPr marL="285750" indent="-285750">
              <a:buFont typeface="Wingdings" panose="05000000000000000000" pitchFamily="2" charset="2"/>
              <a:buChar char="Ø"/>
            </a:pPr>
            <a:r>
              <a:rPr lang="en-US" sz="1600" dirty="0"/>
              <a:t>Automated splitting methods were used to ensure that our data distribution remains consistent, which is crucial for building reliable predictive models.</a:t>
            </a:r>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pPr>
              <a:buFont typeface="Arial" panose="020B0604020202020204" pitchFamily="34" charset="0"/>
              <a:buChar char="•"/>
            </a:pPr>
            <a:endParaRPr lang="en-US" dirty="0"/>
          </a:p>
          <a:p>
            <a:endParaRPr lang="en-US" dirty="0"/>
          </a:p>
        </p:txBody>
      </p:sp>
    </p:spTree>
    <p:extLst>
      <p:ext uri="{BB962C8B-B14F-4D97-AF65-F5344CB8AC3E}">
        <p14:creationId xmlns:p14="http://schemas.microsoft.com/office/powerpoint/2010/main" val="39553621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17EAC-4AD5-A64D-3993-B6F2B63910E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9E94F4-E69D-6EAB-04A5-3C178A4AB092}"/>
              </a:ext>
            </a:extLst>
          </p:cNvPr>
          <p:cNvSpPr>
            <a:spLocks noGrp="1"/>
          </p:cNvSpPr>
          <p:nvPr>
            <p:ph type="title"/>
          </p:nvPr>
        </p:nvSpPr>
        <p:spPr>
          <a:xfrm>
            <a:off x="838200" y="365126"/>
            <a:ext cx="10515600" cy="527504"/>
          </a:xfrm>
        </p:spPr>
        <p:txBody>
          <a:bodyPr>
            <a:noAutofit/>
          </a:bodyPr>
          <a:lstStyle/>
          <a:p>
            <a:pPr algn="ctr"/>
            <a:r>
              <a:rPr lang="en-US" dirty="0"/>
              <a:t>Data split</a:t>
            </a:r>
            <a:endParaRPr lang="en-US" sz="3200" dirty="0"/>
          </a:p>
        </p:txBody>
      </p:sp>
      <p:sp>
        <p:nvSpPr>
          <p:cNvPr id="6" name="TextBox 5">
            <a:extLst>
              <a:ext uri="{FF2B5EF4-FFF2-40B4-BE49-F238E27FC236}">
                <a16:creationId xmlns:a16="http://schemas.microsoft.com/office/drawing/2014/main" id="{A501AE3F-02A4-0F7C-5A0C-DDC93E4F4E32}"/>
              </a:ext>
            </a:extLst>
          </p:cNvPr>
          <p:cNvSpPr txBox="1"/>
          <p:nvPr/>
        </p:nvSpPr>
        <p:spPr>
          <a:xfrm>
            <a:off x="6374259" y="1481354"/>
            <a:ext cx="4572506" cy="4832092"/>
          </a:xfrm>
          <a:prstGeom prst="rect">
            <a:avLst/>
          </a:prstGeom>
          <a:noFill/>
        </p:spPr>
        <p:txBody>
          <a:bodyPr wrap="square" rtlCol="0">
            <a:spAutoFit/>
          </a:bodyPr>
          <a:lstStyle/>
          <a:p>
            <a:pPr>
              <a:spcAft>
                <a:spcPts val="600"/>
              </a:spcAft>
            </a:pPr>
            <a:r>
              <a:rPr lang="en-US" b="1" dirty="0"/>
              <a:t>Details</a:t>
            </a:r>
          </a:p>
          <a:p>
            <a:pPr marL="285750" indent="-285750">
              <a:spcAft>
                <a:spcPts val="600"/>
              </a:spcAft>
              <a:buFont typeface="Wingdings" panose="05000000000000000000" pitchFamily="2"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For the training dataset, we excluded the “Gender” column because it was irrelevant for our training model. </a:t>
            </a:r>
          </a:p>
          <a:p>
            <a:pPr marL="285750" indent="-285750">
              <a:spcAft>
                <a:spcPts val="600"/>
              </a:spcAft>
              <a:buFont typeface="Wingdings" panose="05000000000000000000" pitchFamily="2"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We chose our target variable as the “Recovered” column because we wanted to see if the patient had recovered or not through various treatments while afflicted with different types of lung disease. </a:t>
            </a:r>
          </a:p>
          <a:p>
            <a:pPr marL="285750" indent="-285750">
              <a:spcAft>
                <a:spcPts val="600"/>
              </a:spcAft>
              <a:buFont typeface="Wingdings" panose="05000000000000000000" pitchFamily="2"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Finally, we shuffled the data before splitting to avoid any bias by mixing any ordering of data. The split accurately split our dataset into the models and displayed the results of what we wanted to see.</a:t>
            </a:r>
          </a:p>
          <a:p>
            <a:pPr marL="285750" indent="-285750">
              <a:spcAft>
                <a:spcPts val="600"/>
              </a:spcAft>
              <a:buFont typeface="Wingdings" panose="05000000000000000000" pitchFamily="2" charset="2"/>
              <a:buChar char="§"/>
            </a:pPr>
            <a:endParaRPr lang="en-US" sz="1800" kern="100" dirty="0">
              <a:effectLst/>
              <a:latin typeface="Aptos" panose="020B0004020202020204" pitchFamily="34" charset="0"/>
              <a:ea typeface="Aptos" panose="020B0004020202020204" pitchFamily="34" charset="0"/>
              <a:cs typeface="Times New Roman" panose="02020603050405020304" pitchFamily="18" charset="0"/>
            </a:endParaRPr>
          </a:p>
        </p:txBody>
      </p:sp>
      <p:pic>
        <p:nvPicPr>
          <p:cNvPr id="3" name="Picture 2" descr="A screenshot of a computer&#10;&#10;AI-generated content may be incorrect.">
            <a:extLst>
              <a:ext uri="{FF2B5EF4-FFF2-40B4-BE49-F238E27FC236}">
                <a16:creationId xmlns:a16="http://schemas.microsoft.com/office/drawing/2014/main" id="{21652A91-C458-3C68-069B-A4D2917107E2}"/>
              </a:ext>
            </a:extLst>
          </p:cNvPr>
          <p:cNvPicPr>
            <a:picLocks noChangeAspect="1"/>
          </p:cNvPicPr>
          <p:nvPr/>
        </p:nvPicPr>
        <p:blipFill>
          <a:blip r:embed="rId2"/>
          <a:srcRect b="50977"/>
          <a:stretch/>
        </p:blipFill>
        <p:spPr>
          <a:xfrm>
            <a:off x="47829" y="1942692"/>
            <a:ext cx="6048171" cy="1562149"/>
          </a:xfrm>
          <a:prstGeom prst="rect">
            <a:avLst/>
          </a:prstGeom>
        </p:spPr>
      </p:pic>
      <mc:AlternateContent xmlns:mc="http://schemas.openxmlformats.org/markup-compatibility/2006">
        <mc:Choice xmlns:p14="http://schemas.microsoft.com/office/powerpoint/2010/main" xmlns:aink="http://schemas.microsoft.com/office/drawing/2016/ink" Requires="p14 aink">
          <p:contentPart p14:bwMode="auto" r:id="rId3">
            <p14:nvContentPartPr>
              <p14:cNvPr id="4" name="Ink 3">
                <a:extLst>
                  <a:ext uri="{FF2B5EF4-FFF2-40B4-BE49-F238E27FC236}">
                    <a16:creationId xmlns:a16="http://schemas.microsoft.com/office/drawing/2014/main" id="{6661D9BF-9FC2-9153-62E5-CAA2A578573C}"/>
                  </a:ext>
                </a:extLst>
              </p14:cNvPr>
              <p14:cNvContentPartPr/>
              <p14:nvPr/>
            </p14:nvContentPartPr>
            <p14:xfrm>
              <a:off x="3733971" y="4582869"/>
              <a:ext cx="360" cy="360"/>
            </p14:xfrm>
          </p:contentPart>
        </mc:Choice>
        <mc:Fallback>
          <p:pic>
            <p:nvPicPr>
              <p:cNvPr id="4" name="Ink 3">
                <a:extLst>
                  <a:ext uri="{FF2B5EF4-FFF2-40B4-BE49-F238E27FC236}">
                    <a16:creationId xmlns:a16="http://schemas.microsoft.com/office/drawing/2014/main" id="{6661D9BF-9FC2-9153-62E5-CAA2A578573C}"/>
                  </a:ext>
                </a:extLst>
              </p:cNvPr>
              <p:cNvPicPr/>
              <p:nvPr/>
            </p:nvPicPr>
            <p:blipFill>
              <a:blip r:embed="rId4"/>
              <a:stretch>
                <a:fillRect/>
              </a:stretch>
            </p:blipFill>
            <p:spPr>
              <a:xfrm>
                <a:off x="3724971" y="4529229"/>
                <a:ext cx="18000" cy="108000"/>
              </a:xfrm>
              <a:prstGeom prst="rect">
                <a:avLst/>
              </a:prstGeom>
            </p:spPr>
          </p:pic>
        </mc:Fallback>
      </mc:AlternateContent>
      <p:pic>
        <p:nvPicPr>
          <p:cNvPr id="11" name="Picture 10">
            <a:extLst>
              <a:ext uri="{FF2B5EF4-FFF2-40B4-BE49-F238E27FC236}">
                <a16:creationId xmlns:a16="http://schemas.microsoft.com/office/drawing/2014/main" id="{8562E1EC-0892-F5F2-EB59-C997013FC5CE}"/>
              </a:ext>
            </a:extLst>
          </p:cNvPr>
          <p:cNvPicPr>
            <a:picLocks noChangeAspect="1"/>
          </p:cNvPicPr>
          <p:nvPr/>
        </p:nvPicPr>
        <p:blipFill>
          <a:blip r:embed="rId5"/>
          <a:stretch>
            <a:fillRect/>
          </a:stretch>
        </p:blipFill>
        <p:spPr>
          <a:xfrm>
            <a:off x="15343" y="3659980"/>
            <a:ext cx="6087908" cy="1789845"/>
          </a:xfrm>
          <a:prstGeom prst="rect">
            <a:avLst/>
          </a:prstGeom>
        </p:spPr>
      </p:pic>
    </p:spTree>
    <p:extLst>
      <p:ext uri="{BB962C8B-B14F-4D97-AF65-F5344CB8AC3E}">
        <p14:creationId xmlns:p14="http://schemas.microsoft.com/office/powerpoint/2010/main" val="17233587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5B1019-35C7-BE79-F3FB-84646DB8AE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509526-9D47-6303-2D58-91C993F033DD}"/>
              </a:ext>
            </a:extLst>
          </p:cNvPr>
          <p:cNvSpPr>
            <a:spLocks noGrp="1"/>
          </p:cNvSpPr>
          <p:nvPr>
            <p:ph type="title"/>
          </p:nvPr>
        </p:nvSpPr>
        <p:spPr>
          <a:xfrm>
            <a:off x="838200" y="365126"/>
            <a:ext cx="10515600" cy="527504"/>
          </a:xfrm>
        </p:spPr>
        <p:txBody>
          <a:bodyPr>
            <a:noAutofit/>
          </a:bodyPr>
          <a:lstStyle/>
          <a:p>
            <a:pPr algn="ctr"/>
            <a:r>
              <a:rPr lang="en-US" dirty="0"/>
              <a:t>Comparing the train and test model Results</a:t>
            </a:r>
            <a:endParaRPr lang="en-US" sz="3200" dirty="0"/>
          </a:p>
        </p:txBody>
      </p:sp>
      <p:sp>
        <p:nvSpPr>
          <p:cNvPr id="6" name="TextBox 5">
            <a:extLst>
              <a:ext uri="{FF2B5EF4-FFF2-40B4-BE49-F238E27FC236}">
                <a16:creationId xmlns:a16="http://schemas.microsoft.com/office/drawing/2014/main" id="{9E54C2CC-CA5F-E0E9-7119-CBFAAA0EBA14}"/>
              </a:ext>
            </a:extLst>
          </p:cNvPr>
          <p:cNvSpPr txBox="1"/>
          <p:nvPr/>
        </p:nvSpPr>
        <p:spPr>
          <a:xfrm>
            <a:off x="6374259" y="1481354"/>
            <a:ext cx="4572506" cy="2385268"/>
          </a:xfrm>
          <a:prstGeom prst="rect">
            <a:avLst/>
          </a:prstGeom>
          <a:noFill/>
        </p:spPr>
        <p:txBody>
          <a:bodyPr wrap="square" rtlCol="0">
            <a:spAutoFit/>
          </a:bodyPr>
          <a:lstStyle/>
          <a:p>
            <a:pPr>
              <a:spcAft>
                <a:spcPts val="600"/>
              </a:spcAft>
            </a:pPr>
            <a:r>
              <a:rPr lang="en-US" b="1" dirty="0"/>
              <a:t>Details</a:t>
            </a:r>
          </a:p>
          <a:p>
            <a:pPr marL="285750" indent="-285750">
              <a:spcAft>
                <a:spcPts val="600"/>
              </a:spcAft>
              <a:buFont typeface="Wingdings" panose="05000000000000000000" pitchFamily="2" charset="2"/>
              <a:buChar cha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We then calculated the mean and standard deviation for both the training and the test data to see if they matched. The results showed that they were extremely close, which meant that the split of the two datasets was representative and consistent.</a:t>
            </a:r>
          </a:p>
        </p:txBody>
      </p:sp>
      <p:pic>
        <p:nvPicPr>
          <p:cNvPr id="5" name="Picture 4">
            <a:extLst>
              <a:ext uri="{FF2B5EF4-FFF2-40B4-BE49-F238E27FC236}">
                <a16:creationId xmlns:a16="http://schemas.microsoft.com/office/drawing/2014/main" id="{3395FAF1-3DDE-61F0-A93F-5B649A0194A9}"/>
              </a:ext>
            </a:extLst>
          </p:cNvPr>
          <p:cNvPicPr>
            <a:picLocks noChangeAspect="1"/>
          </p:cNvPicPr>
          <p:nvPr/>
        </p:nvPicPr>
        <p:blipFill>
          <a:blip r:embed="rId2"/>
          <a:stretch>
            <a:fillRect/>
          </a:stretch>
        </p:blipFill>
        <p:spPr>
          <a:xfrm>
            <a:off x="97971" y="1153888"/>
            <a:ext cx="5296640" cy="4887684"/>
          </a:xfrm>
          <a:prstGeom prst="rect">
            <a:avLst/>
          </a:prstGeom>
        </p:spPr>
      </p:pic>
      <mc:AlternateContent xmlns:mc="http://schemas.openxmlformats.org/markup-compatibility/2006">
        <mc:Choice xmlns:p14="http://schemas.microsoft.com/office/powerpoint/2010/main" xmlns:aink="http://schemas.microsoft.com/office/drawing/2016/ink" Requires="p14 aink">
          <p:contentPart p14:bwMode="auto" r:id="rId3">
            <p14:nvContentPartPr>
              <p14:cNvPr id="7" name="Ink 6">
                <a:extLst>
                  <a:ext uri="{FF2B5EF4-FFF2-40B4-BE49-F238E27FC236}">
                    <a16:creationId xmlns:a16="http://schemas.microsoft.com/office/drawing/2014/main" id="{3D015ADB-3502-4ED6-3687-80DAF808F35E}"/>
                  </a:ext>
                </a:extLst>
              </p14:cNvPr>
              <p14:cNvContentPartPr/>
              <p14:nvPr/>
            </p14:nvContentPartPr>
            <p14:xfrm>
              <a:off x="3700131" y="1142349"/>
              <a:ext cx="1068840" cy="361440"/>
            </p14:xfrm>
          </p:contentPart>
        </mc:Choice>
        <mc:Fallback>
          <p:pic>
            <p:nvPicPr>
              <p:cNvPr id="7" name="Ink 6">
                <a:extLst>
                  <a:ext uri="{FF2B5EF4-FFF2-40B4-BE49-F238E27FC236}">
                    <a16:creationId xmlns:a16="http://schemas.microsoft.com/office/drawing/2014/main" id="{3D015ADB-3502-4ED6-3687-80DAF808F35E}"/>
                  </a:ext>
                </a:extLst>
              </p:cNvPr>
              <p:cNvPicPr/>
              <p:nvPr/>
            </p:nvPicPr>
            <p:blipFill>
              <a:blip r:embed="rId4"/>
              <a:stretch>
                <a:fillRect/>
              </a:stretch>
            </p:blipFill>
            <p:spPr>
              <a:xfrm>
                <a:off x="3691131" y="1088349"/>
                <a:ext cx="1086480" cy="46908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5">
            <p14:nvContentPartPr>
              <p14:cNvPr id="9" name="Ink 8">
                <a:extLst>
                  <a:ext uri="{FF2B5EF4-FFF2-40B4-BE49-F238E27FC236}">
                    <a16:creationId xmlns:a16="http://schemas.microsoft.com/office/drawing/2014/main" id="{2328DB5C-CFA4-50E9-0240-7EEBF178105F}"/>
                  </a:ext>
                </a:extLst>
              </p14:cNvPr>
              <p14:cNvContentPartPr/>
              <p14:nvPr/>
            </p14:nvContentPartPr>
            <p14:xfrm>
              <a:off x="522051" y="1327749"/>
              <a:ext cx="240120" cy="11160"/>
            </p14:xfrm>
          </p:contentPart>
        </mc:Choice>
        <mc:Fallback>
          <p:pic>
            <p:nvPicPr>
              <p:cNvPr id="9" name="Ink 8">
                <a:extLst>
                  <a:ext uri="{FF2B5EF4-FFF2-40B4-BE49-F238E27FC236}">
                    <a16:creationId xmlns:a16="http://schemas.microsoft.com/office/drawing/2014/main" id="{2328DB5C-CFA4-50E9-0240-7EEBF178105F}"/>
                  </a:ext>
                </a:extLst>
              </p:cNvPr>
              <p:cNvPicPr/>
              <p:nvPr/>
            </p:nvPicPr>
            <p:blipFill>
              <a:blip r:embed="rId6"/>
              <a:stretch>
                <a:fillRect/>
              </a:stretch>
            </p:blipFill>
            <p:spPr>
              <a:xfrm>
                <a:off x="513051" y="1273749"/>
                <a:ext cx="257760" cy="1188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7">
            <p14:nvContentPartPr>
              <p14:cNvPr id="11" name="Ink 10">
                <a:extLst>
                  <a:ext uri="{FF2B5EF4-FFF2-40B4-BE49-F238E27FC236}">
                    <a16:creationId xmlns:a16="http://schemas.microsoft.com/office/drawing/2014/main" id="{8E110BD5-B820-B60D-066E-C82811BA0AC1}"/>
                  </a:ext>
                </a:extLst>
              </p14:cNvPr>
              <p14:cNvContentPartPr/>
              <p14:nvPr/>
            </p14:nvContentPartPr>
            <p14:xfrm>
              <a:off x="1349331" y="1371669"/>
              <a:ext cx="381240" cy="360"/>
            </p14:xfrm>
          </p:contentPart>
        </mc:Choice>
        <mc:Fallback>
          <p:pic>
            <p:nvPicPr>
              <p:cNvPr id="11" name="Ink 10">
                <a:extLst>
                  <a:ext uri="{FF2B5EF4-FFF2-40B4-BE49-F238E27FC236}">
                    <a16:creationId xmlns:a16="http://schemas.microsoft.com/office/drawing/2014/main" id="{8E110BD5-B820-B60D-066E-C82811BA0AC1}"/>
                  </a:ext>
                </a:extLst>
              </p:cNvPr>
              <p:cNvPicPr/>
              <p:nvPr/>
            </p:nvPicPr>
            <p:blipFill>
              <a:blip r:embed="rId8"/>
              <a:stretch>
                <a:fillRect/>
              </a:stretch>
            </p:blipFill>
            <p:spPr>
              <a:xfrm>
                <a:off x="1340691" y="1317669"/>
                <a:ext cx="398880" cy="108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9">
            <p14:nvContentPartPr>
              <p14:cNvPr id="12" name="Ink 11">
                <a:extLst>
                  <a:ext uri="{FF2B5EF4-FFF2-40B4-BE49-F238E27FC236}">
                    <a16:creationId xmlns:a16="http://schemas.microsoft.com/office/drawing/2014/main" id="{B0521AAD-8861-BC07-C983-CF4AD7306CC9}"/>
                  </a:ext>
                </a:extLst>
              </p14:cNvPr>
              <p14:cNvContentPartPr/>
              <p14:nvPr/>
            </p14:nvContentPartPr>
            <p14:xfrm>
              <a:off x="1676211" y="2731389"/>
              <a:ext cx="1077480" cy="23040"/>
            </p14:xfrm>
          </p:contentPart>
        </mc:Choice>
        <mc:Fallback>
          <p:pic>
            <p:nvPicPr>
              <p:cNvPr id="12" name="Ink 11">
                <a:extLst>
                  <a:ext uri="{FF2B5EF4-FFF2-40B4-BE49-F238E27FC236}">
                    <a16:creationId xmlns:a16="http://schemas.microsoft.com/office/drawing/2014/main" id="{B0521AAD-8861-BC07-C983-CF4AD7306CC9}"/>
                  </a:ext>
                </a:extLst>
              </p:cNvPr>
              <p:cNvPicPr/>
              <p:nvPr/>
            </p:nvPicPr>
            <p:blipFill>
              <a:blip r:embed="rId10"/>
              <a:stretch>
                <a:fillRect/>
              </a:stretch>
            </p:blipFill>
            <p:spPr>
              <a:xfrm>
                <a:off x="1667571" y="2677749"/>
                <a:ext cx="1095120" cy="13068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1">
            <p14:nvContentPartPr>
              <p14:cNvPr id="13" name="Ink 12">
                <a:extLst>
                  <a:ext uri="{FF2B5EF4-FFF2-40B4-BE49-F238E27FC236}">
                    <a16:creationId xmlns:a16="http://schemas.microsoft.com/office/drawing/2014/main" id="{747D5069-844D-7D11-A39A-DDE522E398E7}"/>
                  </a:ext>
                </a:extLst>
              </p14:cNvPr>
              <p14:cNvContentPartPr/>
              <p14:nvPr/>
            </p14:nvContentPartPr>
            <p14:xfrm>
              <a:off x="4308891" y="2546709"/>
              <a:ext cx="896040" cy="350280"/>
            </p14:xfrm>
          </p:contentPart>
        </mc:Choice>
        <mc:Fallback>
          <p:pic>
            <p:nvPicPr>
              <p:cNvPr id="13" name="Ink 12">
                <a:extLst>
                  <a:ext uri="{FF2B5EF4-FFF2-40B4-BE49-F238E27FC236}">
                    <a16:creationId xmlns:a16="http://schemas.microsoft.com/office/drawing/2014/main" id="{747D5069-844D-7D11-A39A-DDE522E398E7}"/>
                  </a:ext>
                </a:extLst>
              </p:cNvPr>
              <p:cNvPicPr/>
              <p:nvPr/>
            </p:nvPicPr>
            <p:blipFill>
              <a:blip r:embed="rId12"/>
              <a:stretch>
                <a:fillRect/>
              </a:stretch>
            </p:blipFill>
            <p:spPr>
              <a:xfrm>
                <a:off x="4299891" y="2493069"/>
                <a:ext cx="913680" cy="45792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3">
            <p14:nvContentPartPr>
              <p14:cNvPr id="14" name="Ink 13">
                <a:extLst>
                  <a:ext uri="{FF2B5EF4-FFF2-40B4-BE49-F238E27FC236}">
                    <a16:creationId xmlns:a16="http://schemas.microsoft.com/office/drawing/2014/main" id="{C5600B75-746C-0EE2-C04F-D5224A272C04}"/>
                  </a:ext>
                </a:extLst>
              </p14:cNvPr>
              <p14:cNvContentPartPr/>
              <p14:nvPr/>
            </p14:nvContentPartPr>
            <p14:xfrm>
              <a:off x="3678891" y="3885549"/>
              <a:ext cx="938160" cy="589680"/>
            </p14:xfrm>
          </p:contentPart>
        </mc:Choice>
        <mc:Fallback>
          <p:pic>
            <p:nvPicPr>
              <p:cNvPr id="14" name="Ink 13">
                <a:extLst>
                  <a:ext uri="{FF2B5EF4-FFF2-40B4-BE49-F238E27FC236}">
                    <a16:creationId xmlns:a16="http://schemas.microsoft.com/office/drawing/2014/main" id="{C5600B75-746C-0EE2-C04F-D5224A272C04}"/>
                  </a:ext>
                </a:extLst>
              </p:cNvPr>
              <p:cNvPicPr/>
              <p:nvPr/>
            </p:nvPicPr>
            <p:blipFill>
              <a:blip r:embed="rId14"/>
              <a:stretch>
                <a:fillRect/>
              </a:stretch>
            </p:blipFill>
            <p:spPr>
              <a:xfrm>
                <a:off x="3669891" y="3831549"/>
                <a:ext cx="955800" cy="69732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5">
            <p14:nvContentPartPr>
              <p14:cNvPr id="15" name="Ink 14">
                <a:extLst>
                  <a:ext uri="{FF2B5EF4-FFF2-40B4-BE49-F238E27FC236}">
                    <a16:creationId xmlns:a16="http://schemas.microsoft.com/office/drawing/2014/main" id="{F64BA50D-F70C-2149-F4F7-50BFAA00E136}"/>
                  </a:ext>
                </a:extLst>
              </p14:cNvPr>
              <p14:cNvContentPartPr/>
              <p14:nvPr/>
            </p14:nvContentPartPr>
            <p14:xfrm>
              <a:off x="4352091" y="5397909"/>
              <a:ext cx="853200" cy="383760"/>
            </p14:xfrm>
          </p:contentPart>
        </mc:Choice>
        <mc:Fallback>
          <p:pic>
            <p:nvPicPr>
              <p:cNvPr id="15" name="Ink 14">
                <a:extLst>
                  <a:ext uri="{FF2B5EF4-FFF2-40B4-BE49-F238E27FC236}">
                    <a16:creationId xmlns:a16="http://schemas.microsoft.com/office/drawing/2014/main" id="{F64BA50D-F70C-2149-F4F7-50BFAA00E136}"/>
                  </a:ext>
                </a:extLst>
              </p:cNvPr>
              <p:cNvPicPr/>
              <p:nvPr/>
            </p:nvPicPr>
            <p:blipFill>
              <a:blip r:embed="rId16"/>
              <a:stretch>
                <a:fillRect/>
              </a:stretch>
            </p:blipFill>
            <p:spPr>
              <a:xfrm>
                <a:off x="4343091" y="5344269"/>
                <a:ext cx="870840" cy="4914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17">
            <p14:nvContentPartPr>
              <p14:cNvPr id="16" name="Ink 15">
                <a:extLst>
                  <a:ext uri="{FF2B5EF4-FFF2-40B4-BE49-F238E27FC236}">
                    <a16:creationId xmlns:a16="http://schemas.microsoft.com/office/drawing/2014/main" id="{167C5AB0-687C-0F85-C1AF-DB1BBE96050C}"/>
                  </a:ext>
                </a:extLst>
              </p14:cNvPr>
              <p14:cNvContentPartPr/>
              <p14:nvPr/>
            </p14:nvContentPartPr>
            <p14:xfrm>
              <a:off x="1632651" y="5670429"/>
              <a:ext cx="1044000" cy="23760"/>
            </p14:xfrm>
          </p:contentPart>
        </mc:Choice>
        <mc:Fallback>
          <p:pic>
            <p:nvPicPr>
              <p:cNvPr id="16" name="Ink 15">
                <a:extLst>
                  <a:ext uri="{FF2B5EF4-FFF2-40B4-BE49-F238E27FC236}">
                    <a16:creationId xmlns:a16="http://schemas.microsoft.com/office/drawing/2014/main" id="{167C5AB0-687C-0F85-C1AF-DB1BBE96050C}"/>
                  </a:ext>
                </a:extLst>
              </p:cNvPr>
              <p:cNvPicPr/>
              <p:nvPr/>
            </p:nvPicPr>
            <p:blipFill>
              <a:blip r:embed="rId18"/>
              <a:stretch>
                <a:fillRect/>
              </a:stretch>
            </p:blipFill>
            <p:spPr>
              <a:xfrm>
                <a:off x="1623651" y="5616429"/>
                <a:ext cx="1061640" cy="131400"/>
              </a:xfrm>
              <a:prstGeom prst="rect">
                <a:avLst/>
              </a:prstGeom>
            </p:spPr>
          </p:pic>
        </mc:Fallback>
      </mc:AlternateContent>
      <p:grpSp>
        <p:nvGrpSpPr>
          <p:cNvPr id="19" name="Group 18">
            <a:extLst>
              <a:ext uri="{FF2B5EF4-FFF2-40B4-BE49-F238E27FC236}">
                <a16:creationId xmlns:a16="http://schemas.microsoft.com/office/drawing/2014/main" id="{0A177501-31D0-7FC8-1226-F8F8638F976C}"/>
              </a:ext>
            </a:extLst>
          </p:cNvPr>
          <p:cNvGrpSpPr/>
          <p:nvPr/>
        </p:nvGrpSpPr>
        <p:grpSpPr>
          <a:xfrm>
            <a:off x="489651" y="4277949"/>
            <a:ext cx="1208160" cy="21960"/>
            <a:chOff x="489651" y="4277949"/>
            <a:chExt cx="1208160" cy="21960"/>
          </a:xfrm>
        </p:grpSpPr>
        <mc:AlternateContent xmlns:mc="http://schemas.openxmlformats.org/markup-compatibility/2006">
          <mc:Choice xmlns:p14="http://schemas.microsoft.com/office/powerpoint/2010/main" xmlns:aink="http://schemas.microsoft.com/office/drawing/2016/ink" Requires="p14 aink">
            <p:contentPart p14:bwMode="auto" r:id="rId19">
              <p14:nvContentPartPr>
                <p14:cNvPr id="17" name="Ink 16">
                  <a:extLst>
                    <a:ext uri="{FF2B5EF4-FFF2-40B4-BE49-F238E27FC236}">
                      <a16:creationId xmlns:a16="http://schemas.microsoft.com/office/drawing/2014/main" id="{4AF4C4AC-1841-859B-62B3-B820968AC5F8}"/>
                    </a:ext>
                  </a:extLst>
                </p14:cNvPr>
                <p14:cNvContentPartPr/>
                <p14:nvPr/>
              </p14:nvContentPartPr>
              <p14:xfrm>
                <a:off x="489651" y="4277949"/>
                <a:ext cx="249480" cy="360"/>
              </p14:xfrm>
            </p:contentPart>
          </mc:Choice>
          <mc:Fallback>
            <p:pic>
              <p:nvPicPr>
                <p:cNvPr id="17" name="Ink 16">
                  <a:extLst>
                    <a:ext uri="{FF2B5EF4-FFF2-40B4-BE49-F238E27FC236}">
                      <a16:creationId xmlns:a16="http://schemas.microsoft.com/office/drawing/2014/main" id="{4AF4C4AC-1841-859B-62B3-B820968AC5F8}"/>
                    </a:ext>
                  </a:extLst>
                </p:cNvPr>
                <p:cNvPicPr/>
                <p:nvPr/>
              </p:nvPicPr>
              <p:blipFill>
                <a:blip r:embed="rId20"/>
                <a:stretch>
                  <a:fillRect/>
                </a:stretch>
              </p:blipFill>
              <p:spPr>
                <a:xfrm>
                  <a:off x="481011" y="4223949"/>
                  <a:ext cx="267120" cy="108000"/>
                </a:xfrm>
                <a:prstGeom prst="rect">
                  <a:avLst/>
                </a:prstGeom>
              </p:spPr>
            </p:pic>
          </mc:Fallback>
        </mc:AlternateContent>
        <mc:AlternateContent xmlns:mc="http://schemas.openxmlformats.org/markup-compatibility/2006">
          <mc:Choice xmlns:p14="http://schemas.microsoft.com/office/powerpoint/2010/main" xmlns:aink="http://schemas.microsoft.com/office/drawing/2016/ink" Requires="p14 aink">
            <p:contentPart p14:bwMode="auto" r:id="rId21">
              <p14:nvContentPartPr>
                <p14:cNvPr id="18" name="Ink 17">
                  <a:extLst>
                    <a:ext uri="{FF2B5EF4-FFF2-40B4-BE49-F238E27FC236}">
                      <a16:creationId xmlns:a16="http://schemas.microsoft.com/office/drawing/2014/main" id="{F63D2870-6628-5595-3F16-0965A0343D50}"/>
                    </a:ext>
                  </a:extLst>
                </p14:cNvPr>
                <p14:cNvContentPartPr/>
                <p14:nvPr/>
              </p14:nvContentPartPr>
              <p14:xfrm>
                <a:off x="1328091" y="4299549"/>
                <a:ext cx="369720" cy="360"/>
              </p14:xfrm>
            </p:contentPart>
          </mc:Choice>
          <mc:Fallback>
            <p:pic>
              <p:nvPicPr>
                <p:cNvPr id="18" name="Ink 17">
                  <a:extLst>
                    <a:ext uri="{FF2B5EF4-FFF2-40B4-BE49-F238E27FC236}">
                      <a16:creationId xmlns:a16="http://schemas.microsoft.com/office/drawing/2014/main" id="{F63D2870-6628-5595-3F16-0965A0343D50}"/>
                    </a:ext>
                  </a:extLst>
                </p:cNvPr>
                <p:cNvPicPr/>
                <p:nvPr/>
              </p:nvPicPr>
              <p:blipFill>
                <a:blip r:embed="rId22"/>
                <a:stretch>
                  <a:fillRect/>
                </a:stretch>
              </p:blipFill>
              <p:spPr>
                <a:xfrm>
                  <a:off x="1319091" y="4245549"/>
                  <a:ext cx="387360" cy="108000"/>
                </a:xfrm>
                <a:prstGeom prst="rect">
                  <a:avLst/>
                </a:prstGeom>
              </p:spPr>
            </p:pic>
          </mc:Fallback>
        </mc:AlternateContent>
      </p:grpSp>
    </p:spTree>
    <p:extLst>
      <p:ext uri="{BB962C8B-B14F-4D97-AF65-F5344CB8AC3E}">
        <p14:creationId xmlns:p14="http://schemas.microsoft.com/office/powerpoint/2010/main" val="922895389"/>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Gallery">
      <a:fillStyleLst>
        <a:solidFill>
          <a:schemeClr val="phClr"/>
        </a:solidFill>
        <a:gradFill rotWithShape="1">
          <a:gsLst>
            <a:gs pos="0">
              <a:schemeClr val="phClr">
                <a:tint val="54000"/>
                <a:alpha val="100000"/>
                <a:satMod val="105000"/>
                <a:lumMod val="110000"/>
              </a:schemeClr>
            </a:gs>
            <a:gs pos="100000">
              <a:schemeClr val="phClr">
                <a:tint val="78000"/>
                <a:alpha val="92000"/>
                <a:satMod val="109000"/>
                <a:lumMod val="100000"/>
              </a:schemeClr>
            </a:gs>
          </a:gsLst>
          <a:lin ang="5400000" scaled="0"/>
        </a:gradFill>
        <a:gradFill rotWithShape="1">
          <a:gsLst>
            <a:gs pos="0">
              <a:schemeClr val="phClr">
                <a:tint val="98000"/>
                <a:satMod val="110000"/>
                <a:lumMod val="104000"/>
              </a:schemeClr>
            </a:gs>
            <a:gs pos="69000">
              <a:schemeClr val="phClr">
                <a:shade val="88000"/>
                <a:satMod val="130000"/>
                <a:lumMod val="92000"/>
              </a:schemeClr>
            </a:gs>
            <a:gs pos="100000">
              <a:schemeClr val="phClr">
                <a:shade val="78000"/>
                <a:satMod val="130000"/>
                <a:lumMod val="92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0800" dist="50800" dir="5400000" sx="96000" sy="96000" rotWithShape="0">
              <a:srgbClr val="000000">
                <a:alpha val="48000"/>
              </a:srgbClr>
            </a:outerShdw>
          </a:effectLst>
          <a:scene3d>
            <a:camera prst="orthographicFront">
              <a:rot lat="0" lon="0" rev="0"/>
            </a:camera>
            <a:lightRig rig="balanced" dir="t">
              <a:rot lat="0" lon="0" rev="1080000"/>
            </a:lightRig>
          </a:scene3d>
          <a:sp3d>
            <a:bevelT w="38100" h="12700" prst="softRound"/>
          </a:sp3d>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Gallery" id="{BBFCD31E-59A1-489D-B089-A3EAD7CAE12E}" vid="{F5E91637-A7B6-4E27-B710-77DA7014EE1E}"/>
    </a:ext>
  </a:extLst>
</a:theme>
</file>

<file path=docProps/app.xml><?xml version="1.0" encoding="utf-8"?>
<Properties xmlns="http://schemas.openxmlformats.org/officeDocument/2006/extended-properties" xmlns:vt="http://schemas.openxmlformats.org/officeDocument/2006/docPropsVTypes">
  <Template>TM10001114[[fn=Gallery]]</Template>
  <TotalTime>190</TotalTime>
  <Words>546</Words>
  <Application>Microsoft Office PowerPoint</Application>
  <PresentationFormat>Widescreen</PresentationFormat>
  <Paragraphs>47</Paragraphs>
  <Slides>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vt:i4>
      </vt:variant>
    </vt:vector>
  </HeadingPairs>
  <TitlesOfParts>
    <vt:vector size="12" baseType="lpstr">
      <vt:lpstr>Aptos</vt:lpstr>
      <vt:lpstr>Arial</vt:lpstr>
      <vt:lpstr>Gill Sans MT</vt:lpstr>
      <vt:lpstr>Wingdings</vt:lpstr>
      <vt:lpstr>Gallery</vt:lpstr>
      <vt:lpstr>Team 3</vt:lpstr>
      <vt:lpstr>Recovery Status Against their Smoking Status</vt:lpstr>
      <vt:lpstr>Recovery of Patient Against Their Lung Capacity</vt:lpstr>
      <vt:lpstr>Recovery of Patient Against Their Treatment Types</vt:lpstr>
      <vt:lpstr>Data Subset Overview &amp; Target Distribution</vt:lpstr>
      <vt:lpstr>Data split</vt:lpstr>
      <vt:lpstr>Comparing the train and test model Results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Prashant Ram</dc:creator>
  <cp:lastModifiedBy>Prashant Ram</cp:lastModifiedBy>
  <cp:revision>17</cp:revision>
  <dcterms:created xsi:type="dcterms:W3CDTF">2025-03-06T08:55:42Z</dcterms:created>
  <dcterms:modified xsi:type="dcterms:W3CDTF">2025-03-08T04:42:30Z</dcterms:modified>
</cp:coreProperties>
</file>